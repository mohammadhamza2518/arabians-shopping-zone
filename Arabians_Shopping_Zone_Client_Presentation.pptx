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731520"/>
            <a:ext cx="1828800" cy="1463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4688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C842"/>
                </a:solidFill>
              </a:defRPr>
            </a:pPr>
            <a:r>
              <a:t>ARABIANS SHOPPING ZONE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India's Premier Royal Sunnah Lifestyle Boutique &amp; E-Commerce Platform</a:t>
            </a:r>
          </a:p>
          <a:p>
            <a:pPr algn="ctr">
              <a:defRPr sz="1400">
                <a:solidFill>
                  <a:srgbClr val="C8D2CD"/>
                </a:solidFill>
              </a:defRPr>
            </a:pPr>
            <a:r>
              <a:t>Complete Website Walkthrough &amp; Client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2377440" cy="100584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100% Halal Certified</a:t>
            </a:r>
          </a:p>
          <a:p>
            <a:pPr algn="ctr">
              <a:defRPr sz="1000">
                <a:solidFill>
                  <a:srgbClr val="C8D2CD"/>
                </a:solidFill>
              </a:defRPr>
            </a:pPr>
            <a:r>
              <a:t>Lab-tested pure 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297680"/>
            <a:ext cx="2377440" cy="100584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C842"/>
                </a:solidFill>
              </a:defRPr>
            </a:pPr>
            <a:r>
              <a:t>Pan-India COD</a:t>
            </a:r>
          </a:p>
          <a:p>
            <a:pPr algn="ctr">
              <a:defRPr sz="1000">
                <a:solidFill>
                  <a:srgbClr val="C8D2CD"/>
                </a:solidFill>
              </a:defRPr>
            </a:pPr>
            <a:r>
              <a:t>19,000+ Pincodes serviced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2377440" cy="100584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4.9★ Customer Rating</a:t>
            </a:r>
          </a:p>
          <a:p>
            <a:pPr algn="ctr">
              <a:defRPr sz="1000">
                <a:solidFill>
                  <a:srgbClr val="C8D2CD"/>
                </a:solidFill>
              </a:defRPr>
            </a:pPr>
            <a:r>
              <a:t>328+ Verified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297680"/>
            <a:ext cx="2377440" cy="100584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Live Bilal AI Advisor</a:t>
            </a:r>
          </a:p>
          <a:p>
            <a:pPr algn="ctr">
              <a:defRPr sz="1000">
                <a:solidFill>
                  <a:srgbClr val="C8D2CD"/>
                </a:solidFill>
              </a:defRPr>
            </a:pPr>
            <a:r>
              <a:t>Voice &amp; Chat Assistance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590" y="5577840"/>
            <a:ext cx="3657600" cy="502920"/>
          </a:xfrm>
          <a:prstGeom prst="roundRect">
            <a:avLst/>
          </a:prstGeom>
          <a:solidFill>
            <a:srgbClr val="0C3224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C842"/>
                </a:solidFill>
              </a:defRPr>
            </a:pPr>
            <a:r>
              <a:t>🌐 LIVE: arabiansshoppingzone.shop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 in Islamic Lifestyle Retail vs.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How Arabians Shopping Zone solves the biggest trust and access bottlenecks in Indian e-commerce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⚠️ Traditional Market Bottlenecks (The Problem)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[HIGH CONSUMER SKEPTICISM]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Unregulated Dupes &amp; Adulteration: Massive influx of synthetic attars containing alcohol and low-grade talbina filled with white flour and artificial sugars.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Unreliable Thobe Sizing: Arab Gulf garments often fail to fit Indian builds; sizing guides are absent, and returns are strictly disallowed.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Fragmented Islamic Shopping: Customers forced to hunt 5 different local bazaars or unverified WhatsApp sellers with zero buyer protection.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Lack of Consumer Trust: No verified lab reports, no genuine customer reviews, and no physical store accountability.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411480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5C842"/>
                </a:solidFill>
              </a:defRPr>
            </a:pPr>
            <a:r>
              <a:t>✅ The Arabians Shopping Zone Solution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[PROVEN TRUST ENGINE]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100% Halal Certified &amp; Lab Tested: Zero alcohol in scents, whole sprouted barley with authentic Hadith 5417 compliance.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Royal Sizing &amp; Free Exchange Guarantee: Standard Arab Gulf shoulder-to-ankle sizing (52–62) backed by 100% Free Doorstep Size Exchange.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All-in-One Luxury Ecosystem: Attire, Nutrition, Fragrances, Home Calligraphy, and Wedding Hampers in one frictionless catalog.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Verified Omnichannel Backing: Flagship boutique in Jaipur + Pan-India express Cash on Delivery (COD) across 19,000+ pincodes.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PRODUCT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 Curated Royal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A diverse, high-AOV product matrix serving daily lifestyle, personal wellness, and milestone celebrations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👔 Men's Royal Attire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[Free Size Exchange]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Saudi Thobes, Emirati Jubbas, Madani Green Amamas, Omani Caps. Handcrafted sizes 52 to 62.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2011680"/>
            <a:ext cx="2011680" cy="411480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5C842"/>
                </a:solidFill>
              </a:defRPr>
            </a:pPr>
            <a:r>
              <a:t>🌾 Sunnah Talbina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[High Repeat Consumable]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Sprouted roasted barley porridge with premium California dry fruits. 5 flavours. Zero refined sugar.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011680"/>
            <a:ext cx="201168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🕌 Pure Attar &amp; Oud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[Halal Certified]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100% Alcohol-free aged Dehnul Oud, Cambodian blends, Taif Rose. 24–48hr projection.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2011680"/>
            <a:ext cx="201168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🖼️ Islamic Decor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[High AOV Gift Item]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3D Mirror Acrylic Ayatul Kursi, Islamic wall clocks, luxury calligraphy art frames.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2011680"/>
            <a:ext cx="201168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💍 Nikah Hampers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[15% Seasonal Bundle]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Custom gold-foil named Nikah Nama certificates, Haq Mehar boxes, royal presentation 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HERO PRODUCT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Arabian's Sprouted Barley Talbina Nutrition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A high-frequency repeat purchase item backed by prophetic tradition (Hadith 5417) and certified lab testing</a:t>
            </a:r>
          </a:p>
        </p:txBody>
      </p:sp>
      <p:pic>
        <p:nvPicPr>
          <p:cNvPr id="6" name="Picture 5" descr="talbina_banner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4389120" cy="32772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94960" y="2011680"/>
            <a:ext cx="6035040" cy="411480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5C842"/>
                </a:solidFill>
              </a:defRPr>
            </a:pPr>
            <a:r>
              <a:t>🥣 Nutrition, Flavors &amp; Commercial Significance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[HIGH REPEAT ORDER DRIVER]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Authentic Formulation: Stone-ground roasted sprouted barley (Jau), enriched with California almonds, pistachios, dates, pumpkin seeds and saffron.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Prophetic Comfort (Hadith 5417): Recommended by the Prophet (ﷺ) for soothing hearts during times of illness, stress, and physical fatigue.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5 High-Demand Flavor Variants: Vanilla Dry Fruits, Milk Mawa, Chocolate (for Kids), Dry Dates Vanilla, and Baby Barley.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100% Natural Guarantee: Zero white refined sugar, zero preservatives, and zero artificial coloring agents.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Commercial Moat: Low customer acquisition cost with very high 30-day replenishment repeat orders (consumable FMCG model).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AI INNOVATION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Bilal AI — India's First Islamic E-Commerce AI Voice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Revolutionary conversational voice &amp; chat intelligence guiding shoppers 24/7 with zero human overhead</a:t>
            </a:r>
          </a:p>
        </p:txBody>
      </p:sp>
      <p:pic>
        <p:nvPicPr>
          <p:cNvPr id="6" name="Picture 5" descr="bilal_d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3108960" cy="46679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0" y="2011680"/>
            <a:ext cx="7315200" cy="210312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5C842"/>
                </a:solidFill>
              </a:defRPr>
            </a:pPr>
            <a:r>
              <a:t>🎙️ Real-Time Voice Assistant Powered by ElevenLabs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[VOICE CALLING ENABLED]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Live Natural Voice Calls: Instant two-way spoken conversation in Hindi, Urdu and Hinglish.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Persona-Driven Interaction: Friendly, respectful 'Brother Bilal' store head persona building authentic consumer trust.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Smart Instant Fallbacks: 100-second session limits to manage operational cost with automatic fallback to direct WhatsApp helpline.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297680"/>
            <a:ext cx="7315200" cy="1828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💬 Conversational Multi-Turn Shopping Guidance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[INTEGRATED IN MENU &amp; HOME PAGE]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Sizing Guidance: Explains exact shoulder-to-ankle Saudi sizing based on user height.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Sunnah Education: Explains Talbina prep recipes, Hadith citations, and attar longevity tips.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Order &amp; Tracking Support: Answers delivery timelines, COD queries, and returns policies.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CONTENT-TO-COMMERCE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Instagram Viral Reels &amp; Video Shopping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Seamlessly turning 28 Lakh+ organic social views into direct on-site shopping conversions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🎬 28 Lakh+ Views Spotlight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[VIRAL HIT #1]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Viral Saudi Thobe &amp; Amama styling tutorial embedded directly into the website with native mobile playback.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📹 11 Lakh+ Views Spotlight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[VIRAL HIT #2]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Luxury Holy Quran presentation gift set and velvet presentation box demonstration.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5C842"/>
                </a:solidFill>
              </a:defRPr>
            </a:pPr>
            <a:r>
              <a:t>🛒 Instant 'Buy Now' Modal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[ZERO FRICTION]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When users watch a reel, the exact featured product card appears with price and a 1-tap 'Buy Now' button.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Native Video CDN Hosting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[LIGHTNING FAST]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All reels served from high-speed local assets for instantaneous buffering on 4G/5G mobile devices.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UX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Conversion-Focused Mobile-First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Engineered specifically for high smartphone traffic and seamless purchasing in the Indian demographic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5C842"/>
                </a:solidFill>
              </a:defRPr>
            </a:pPr>
            <a:r>
              <a:t>📱 Mobile App-Like Interface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[SMARTPHONE OPTIMIZED]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Fixed bottom navigation bar (Home, Catalog, Track, Franchise, Cart)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Instagram-style circular category avatar stories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Full-screen modals for product quick view and checkout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5212080" cy="192024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🔍 Predictive Header Search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[INSTANT RESULTS]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Instant visual drop-down search showing thumbnails, pricing, and titles as users type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Zero-delay search querying names, categories, and ingredients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⏱️ Urgency &amp; Flash Sale Engine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[CONVERSION MULTIPLIER]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Real-time countdown timer resetting at midnight to induce purchase urgency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Dynamic announcement ticker highlighting Free Shipping &amp; Halal Certification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5212080" cy="192024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💬 Frictionless Direct WhatsApp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[INSTANT ASSISTANCE]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Floating WhatsApp support button on every screen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Pre-filled product inquiry links for custom bespoke sizes and wedding bulk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FULFILLMENT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Pan-India Express Delivery &amp; Cash on Delivery (COD)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Robust national logistics infrastructure removing purchase barriers for every Indian household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1188720"/>
          </a:xfrm>
          <a:prstGeom prst="roundRect">
            <a:avLst/>
          </a:prstGeom>
          <a:solidFill>
            <a:srgbClr val="072218"/>
          </a:solidFill>
          <a:ln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19,000+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Pincodes Covered Across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1188720"/>
          </a:xfrm>
          <a:prstGeom prst="roundRect">
            <a:avLst/>
          </a:prstGeom>
          <a:solidFill>
            <a:srgbClr val="072218"/>
          </a:solidFill>
          <a:ln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₹0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Free Express Delivery on ₹999+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60320" cy="1188720"/>
          </a:xfrm>
          <a:prstGeom prst="roundRect">
            <a:avLst/>
          </a:prstGeom>
          <a:solidFill>
            <a:srgbClr val="072218"/>
          </a:solidFill>
          <a:ln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24–48h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Guaranteed Dispatch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560320" cy="1188720"/>
          </a:xfrm>
          <a:prstGeom prst="roundRect">
            <a:avLst/>
          </a:prstGeom>
          <a:solidFill>
            <a:srgbClr val="072218"/>
          </a:solidFill>
          <a:ln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7 Days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100% Free Doorstep Replacement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3383280" cy="2651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💵 Full Cash on Delivery (COD)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[ZERO PAYMENT RISK]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Customers pay only when the package arrives at their door.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Eliminates online payment trust hesitation in tier 2 and tier 3 cities.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Pre-delivery SMS &amp; WhatsApp tracking updates sent to every customer.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383280" cy="265176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5C842"/>
                </a:solidFill>
              </a:defRPr>
            </a:pPr>
            <a:r>
              <a:t>📦 Tier-1 Courier Partnerships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[SAFE TRANSPORT]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Direct integrations with BlueDart, Delhivery, DTDC, and Express Air.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Secure tamper-proof sealed packaging ensures attar and food purity.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Self-service AWB order tracking page on the website (/track).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474720"/>
            <a:ext cx="3383280" cy="2651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🔄 100% Free Size Replacement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[RISK-FREE BUYING]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Hassle-free exchange policy if the Saudi thobe size does not fit.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Reverse pickup arranged at no extra cost to the customer.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Builds lasting confidence for first-time clothing shoppers.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CREDIBILITY &amp; SOCIAL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Customers Unconditionally Trust Arabians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Blending digital convenience with tangible brick-and-mortar credibility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5C842"/>
                </a:solidFill>
              </a:defRPr>
            </a:pPr>
            <a:r>
              <a:t>⭐ 4.9★ from 328+ Reviews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[UNSHAKABLE SOCIAL PROOF]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Unfiltered verified buyer testimonials across India.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Detailed feedback praising authentic talbina quality and true-to-size Saudi stitching.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Dedicated customer review hub (/reviews).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100% Halal Lab Certified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[COMPLIANCE &amp; PURITY]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All fragrance oils guaranteed 100% alcohol-free (suitable for Namaz &amp; Ibadat).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Nutritional talbina lab-certified for pure whole grain purity.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Quality assurance certificates prominently shown.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🏪 Flagship Store — Jaipur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[OFFLINE ANCHOR]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Physical boutique located in Jaipur with dedicated store page (/store).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Customers can try on thobes, sample pure dehnul oud oils, and verify the brand in person.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Hyderabad partner distribution 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📜 Transparent Guarantees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[CLEAR POLICIES]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Published shipping policy, 7-day return policy, and direct grievance escalation.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Official customer helpline and WhatsApp contact on every page footer.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B2B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Wholesale Dealership &amp; Franchise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Enabling retailers, Islamic bookstores, and distributors across India to profit from the Arabians brand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5C842"/>
                </a:solidFill>
              </a:defRPr>
            </a:pPr>
            <a:r>
              <a:t>💰 Attractive Profit Margins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[HIGH ROI FOR RESELLERS]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High-margin wholesale discount tiers for bulk orders.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Strong retail demand for fast-moving Talbina boxes and Attar bottles.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Transparent wholesale pricing catalog accessible via the /distributor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🤝 End-to-End Partner Support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[MARKETING &amp; ASSETS PROVIDED]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High-resolution marketing banners, product display material, and social media reels provided.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Product training on Sunnah benefits and sizing recommendations.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Priority bulk logistics dispatch with insured shipping.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46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📈 Expanding Retail Footprint</a:t>
            </a:r>
          </a:p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[RAPID PAN-INDIA EXPANSION]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Flagship presence in Jaipur and partner channels in Hyderabad.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Actively appointing regional city distributors across UP, Maharashtra, Bihar, Gujarat, and Telangana.</a:t>
            </a:r>
          </a:p>
          <a:p>
            <a:pPr>
              <a:spcAft>
                <a:spcPts val="400"/>
              </a:spcAft>
              <a:defRPr sz="1100">
                <a:solidFill>
                  <a:srgbClr val="C8D2CD"/>
                </a:solidFill>
              </a:defRPr>
            </a:pPr>
            <a:r>
              <a:t>• 1-Click dealership inquiry form embedded right on the website.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108960" cy="365760"/>
          </a:xfrm>
          <a:prstGeom prst="roundRect">
            <a:avLst/>
          </a:prstGeom>
          <a:solidFill>
            <a:srgbClr val="072218"/>
          </a:solidFill>
          <a:ln w="1270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C842"/>
                </a:solidFill>
              </a:defRPr>
            </a:pPr>
            <a:r>
              <a:t>COMMERCIAL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Performance Indicators &amp; Competitive Moats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2CD"/>
                </a:solidFill>
              </a:defRPr>
            </a:pPr>
            <a:r>
              <a:t>The quantitative and structural advantages positioning Arabians Shopping Zone for scalable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1874519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28L+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Viral Social Reach</a:t>
            </a:r>
          </a:p>
          <a:p>
            <a:pPr>
              <a:defRPr sz="1050">
                <a:solidFill>
                  <a:srgbClr val="C8D2CD"/>
                </a:solidFill>
              </a:defRPr>
            </a:pPr>
            <a:r>
              <a:t>Instagram video engine driving steady organic acquisition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29000" cy="1874519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4.9★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Customer Satisfaction</a:t>
            </a:r>
          </a:p>
          <a:p>
            <a:pPr>
              <a:defRPr sz="1050">
                <a:solidFill>
                  <a:srgbClr val="C8D2CD"/>
                </a:solidFill>
              </a:defRPr>
            </a:pPr>
            <a:r>
              <a:t>Over 328+ real buyer reviews confirming product purity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011680"/>
            <a:ext cx="3429000" cy="1874519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19,000+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Pincodes Covered</a:t>
            </a:r>
          </a:p>
          <a:p>
            <a:pPr>
              <a:defRPr sz="1050">
                <a:solidFill>
                  <a:srgbClr val="C8D2CD"/>
                </a:solidFill>
              </a:defRPr>
            </a:pPr>
            <a:r>
              <a:t>Full India reach with Cash on Delivery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3429000" cy="1874519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5 Core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Category Verticals</a:t>
            </a:r>
          </a:p>
          <a:p>
            <a:pPr>
              <a:defRPr sz="1050">
                <a:solidFill>
                  <a:srgbClr val="C8D2CD"/>
                </a:solidFill>
              </a:defRPr>
            </a:pPr>
            <a:r>
              <a:t>Balanced portfolio across clothing, wellness, scent &amp; decor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069080"/>
            <a:ext cx="3429000" cy="1874519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24/7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Bilal AI Engagement</a:t>
            </a:r>
          </a:p>
          <a:p>
            <a:pPr>
              <a:defRPr sz="1050">
                <a:solidFill>
                  <a:srgbClr val="C8D2CD"/>
                </a:solidFill>
              </a:defRPr>
            </a:pPr>
            <a:r>
              <a:t>Instant voice &amp; chat support converting hesitant visitors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4069080"/>
            <a:ext cx="3429000" cy="1874519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C842"/>
                </a:solidFill>
              </a:defRPr>
            </a:pPr>
            <a:r>
              <a:t>Zero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Added Preservatives</a:t>
            </a:r>
          </a:p>
          <a:p>
            <a:pPr>
              <a:defRPr sz="1050">
                <a:solidFill>
                  <a:srgbClr val="C8D2CD"/>
                </a:solidFill>
              </a:defRPr>
            </a:pPr>
            <a:r>
              <a:t>100% natural Talbina building loyal repeat subscribers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731520"/>
            <a:ext cx="1828800" cy="1463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C842"/>
                </a:solidFill>
              </a:defRPr>
            </a:pPr>
            <a:r>
              <a:t>EXPERIENCE THE LIVE PLATFORM</a:t>
            </a:r>
          </a:p>
          <a:p>
            <a:pPr algn="ctr">
              <a:defRPr sz="1400">
                <a:solidFill>
                  <a:srgbClr val="C8D2CD"/>
                </a:solidFill>
              </a:defRPr>
            </a:pPr>
            <a:r>
              <a:t>Visit the live website on any mobile phone or browser to test Bilal AI, explore collections, and review customer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3108960" cy="182880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C842"/>
                </a:solidFill>
              </a:defRPr>
            </a:pPr>
            <a:r>
              <a:t>🌐 Live Website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arabiansshoppingzone.shop</a:t>
            </a:r>
          </a:p>
          <a:p>
            <a:pPr>
              <a:defRPr sz="1000">
                <a:solidFill>
                  <a:srgbClr val="C8D2CD"/>
                </a:solidFill>
              </a:defRPr>
            </a:pPr>
            <a:r>
              <a:t>Explore the live catalog, mobile drawer, and checkout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931920"/>
            <a:ext cx="3108960" cy="182880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C842"/>
                </a:solidFill>
              </a:defRPr>
            </a:pPr>
            <a:r>
              <a:t>📞 Direct Helpline &amp; WhatsApp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+91 92360 28318</a:t>
            </a:r>
          </a:p>
          <a:p>
            <a:pPr>
              <a:defRPr sz="1000">
                <a:solidFill>
                  <a:srgbClr val="C8D2CD"/>
                </a:solidFill>
              </a:defRPr>
            </a:pPr>
            <a:r>
              <a:t>Available for retail customer support and custom wedding hamper inquiries.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3931920"/>
            <a:ext cx="3108960" cy="1828800"/>
          </a:xfrm>
          <a:prstGeom prst="roundRect">
            <a:avLst/>
          </a:prstGeom>
          <a:solidFill>
            <a:srgbClr val="072218"/>
          </a:solidFill>
          <a:ln w="1905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C842"/>
                </a:solidFill>
              </a:defRPr>
            </a:pPr>
            <a:r>
              <a:t>🏪 Flagship Store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Jaipur, Rajasthan</a:t>
            </a:r>
          </a:p>
          <a:p>
            <a:pPr>
              <a:defRPr sz="1000">
                <a:solidFill>
                  <a:srgbClr val="C8D2CD"/>
                </a:solidFill>
              </a:defRPr>
            </a:pPr>
            <a:r>
              <a:t>Physical store location and pan-India distribution headquarters.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C9B96"/>
                </a:solidFill>
              </a:defRPr>
            </a:pPr>
            <a:r>
              <a:t>🌐 arabiansshoppingzone.shop   |   Arabians Shopping Zone — Official Client Presentation Deck   | 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